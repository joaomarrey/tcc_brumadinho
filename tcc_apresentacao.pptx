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6" r:id="rId3"/>
    <p:sldId id="257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ED467A-E446-B63A-BA4B-599C2498D6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E9CC987-7E52-99C6-6BFD-C92F205CEE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2FD3F9-25D0-9638-1B03-A721A71055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4B7D8-895E-4182-A2F4-BE319A8E8B0F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336DAC-9339-E46D-3719-B6511BCA81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0E1668-9779-F26C-2CE5-22DBBA5EFA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CC718-7808-4284-A06E-51BADED944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91715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ED44DD-3F87-FBE2-4665-66289CCC5F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ADD1E1-1F2C-F0C5-E43F-50E83DDAD1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D53184-D36C-3A3E-1DD9-8867393FD7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4B7D8-895E-4182-A2F4-BE319A8E8B0F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D26CDF-AD01-E763-43D7-DDCD39D7A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30D426-70A4-A0EF-026F-CCB1AA9775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CC718-7808-4284-A06E-51BADED944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40768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946B8C-9243-15D1-0062-0D2B3A72F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C8C76A-B167-2BC8-94C7-3B9AD475AD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66C6FF-D693-F2B9-161B-5F8ECFD7B4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4B7D8-895E-4182-A2F4-BE319A8E8B0F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5BA1EF-DF66-E5ED-46F4-8A118B6E33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DF684E-509C-CCC2-600C-C8E5169A3D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CC718-7808-4284-A06E-51BADED944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6904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59E81-99E7-4EBA-5210-D8F879AFE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377565-F745-91B0-8F72-2142EA8F01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013512-C68E-4685-786C-B027CB1A6B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C1B0FE-DC1C-A635-5BD3-784B2D0688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4B7D8-895E-4182-A2F4-BE319A8E8B0F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302967-5E6C-BCB6-363A-2573924A9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3B02D-A25D-E70B-3D0D-D6108808FB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CC718-7808-4284-A06E-51BADED944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34737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207694-A30C-9C94-3B94-0A9D654DE6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31BB47-1D9D-0340-CFAC-AA6383BB27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31A38D-86FB-E6CA-0D76-383359C672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99F850-C65B-2C46-637D-090DF0C404C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A4729B-6E5A-7200-928F-59D99C97C30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CCEAD4F-A109-8A73-104D-02EF68A214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4B7D8-895E-4182-A2F4-BE319A8E8B0F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B71850E-6408-3EB2-A4E8-2267090894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BF464D2-2D45-15EA-86D5-6EF0AB744C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CC718-7808-4284-A06E-51BADED944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73526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5D9966-8C5F-B514-2DE2-ADFAB2F879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8870107-05AC-6FE9-D593-D035AE6160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4B7D8-895E-4182-A2F4-BE319A8E8B0F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5730E5-C622-58E5-7284-D8049A8BD2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71D535-67D1-19E3-B768-11287E3FB9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CC718-7808-4284-A06E-51BADED944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5413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A270F04-5BDA-F1D3-69E8-DB087B47A6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4B7D8-895E-4182-A2F4-BE319A8E8B0F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3F4A3CC-86E6-112B-C4DA-F8711A3C9C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332EFC-97CE-F1D5-2C15-95EF5039E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CC718-7808-4284-A06E-51BADED944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55515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35FE34-8B22-12A7-6FEB-64C768D110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514251-E38D-ECB8-5714-B0000247D2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286D4F-0CD0-4683-A9F3-D8DADBB55B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145B16-F1E9-39F2-67C4-D4DB6657EC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4B7D8-895E-4182-A2F4-BE319A8E8B0F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40BAD9-1C34-D533-5F2A-9C380F4D63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9E21A1-C58D-E743-81C8-FAF76CDADA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CC718-7808-4284-A06E-51BADED944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28622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5AC6A8-C0AF-1B0C-98AF-0D18E92666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5118B0F-40A3-DAF3-FF0B-28EABAF5C6A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7F70B7-6C8E-BDD9-180F-52A2A0E759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3CACB1-5AE0-7E6E-ABF6-EDC033D2E2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4B7D8-895E-4182-A2F4-BE319A8E8B0F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5EB67A-DFB0-123E-BF96-68D1C0A8FB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26B8A6-280C-B9E4-5213-31B68CD49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CC718-7808-4284-A06E-51BADED944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3843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0E1A3-19EA-5EE2-AB20-2B7BF6FE4F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C8B2F0E-7D4A-A5D9-1AF2-18D2048557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973461-BB2B-651B-BE57-ECA001582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4B7D8-895E-4182-A2F4-BE319A8E8B0F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74460C-CCEC-94C5-C9CE-09F94307E5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6A297C-9F63-89F4-E1AD-4159B06EE6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CC718-7808-4284-A06E-51BADED944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90131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39D104C-F31D-A0BB-3643-5E3853F1E4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8C822B-0DE1-2336-2FFC-4595633475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20BFB5-8591-EC65-E86B-663F59A540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4B7D8-895E-4182-A2F4-BE319A8E8B0F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D1835B-BDF2-28CA-D3D9-5DBF8FFD4C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28E40B-11FE-D3AF-04B3-7C8C8436D3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CC718-7808-4284-A06E-51BADED944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64689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7CCD4A7-9E98-EDC1-E927-C58E5ECB5D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FCBF0A-9E59-CD6E-E287-E9EE5483D7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D7E8C3-588D-23AD-2133-7366673FE64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1E4B7D8-895E-4182-A2F4-BE319A8E8B0F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5B56C9-1B9F-B15E-171D-F2781EC06A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FC07F7-EF09-C749-7A6C-5702B7F194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9FCC718-7808-4284-A06E-51BADED944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81109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Content Placeholder 4" descr="A map of a large area with a blue line&#10;&#10;AI-generated content may be incorrect.">
            <a:extLst>
              <a:ext uri="{FF2B5EF4-FFF2-40B4-BE49-F238E27FC236}">
                <a16:creationId xmlns:a16="http://schemas.microsoft.com/office/drawing/2014/main" id="{068B8F4F-689C-1F95-38B2-DCDEC3EB24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52424" y="1260538"/>
            <a:ext cx="5878465" cy="5043574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698098F3-076D-A610-31B3-E07C868D2372}"/>
              </a:ext>
            </a:extLst>
          </p:cNvPr>
          <p:cNvSpPr txBox="1">
            <a:spLocks/>
          </p:cNvSpPr>
          <p:nvPr/>
        </p:nvSpPr>
        <p:spPr>
          <a:xfrm>
            <a:off x="1524000" y="155447"/>
            <a:ext cx="9144000" cy="10136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6000" dirty="0"/>
              <a:t>Desastre de Brumadinho</a:t>
            </a:r>
            <a:endParaRPr lang="en-US" sz="6000" dirty="0"/>
          </a:p>
        </p:txBody>
      </p:sp>
    </p:spTree>
    <p:extLst>
      <p:ext uri="{BB962C8B-B14F-4D97-AF65-F5344CB8AC3E}">
        <p14:creationId xmlns:p14="http://schemas.microsoft.com/office/powerpoint/2010/main" val="16377073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704F11-0A7B-1D39-3083-6E6455BDAA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55447"/>
            <a:ext cx="9144000" cy="1013651"/>
          </a:xfrm>
        </p:spPr>
        <p:txBody>
          <a:bodyPr/>
          <a:lstStyle/>
          <a:p>
            <a:r>
              <a:rPr lang="pt-BR" dirty="0"/>
              <a:t>PIB per capita (com jusante)</a:t>
            </a:r>
            <a:endParaRPr lang="en-US" dirty="0"/>
          </a:p>
        </p:txBody>
      </p:sp>
      <p:pic>
        <p:nvPicPr>
          <p:cNvPr id="6" name="Picture 5" descr="A map of a country with red and blue dots&#10;&#10;AI-generated content may be incorrect.">
            <a:extLst>
              <a:ext uri="{FF2B5EF4-FFF2-40B4-BE49-F238E27FC236}">
                <a16:creationId xmlns:a16="http://schemas.microsoft.com/office/drawing/2014/main" id="{DA6C4730-0CA3-9BA2-163B-F69E401C20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52424" y="1260538"/>
            <a:ext cx="5887151" cy="5043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42005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DE251415-2087-26F3-1F75-0ADBD85A7A28}"/>
              </a:ext>
            </a:extLst>
          </p:cNvPr>
          <p:cNvSpPr txBox="1">
            <a:spLocks/>
          </p:cNvSpPr>
          <p:nvPr/>
        </p:nvSpPr>
        <p:spPr>
          <a:xfrm>
            <a:off x="1524000" y="155447"/>
            <a:ext cx="9144000" cy="10136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6000" dirty="0"/>
              <a:t>PIB per capita (com jusante)</a:t>
            </a:r>
            <a:endParaRPr lang="en-US" sz="6000" dirty="0"/>
          </a:p>
        </p:txBody>
      </p:sp>
      <p:pic>
        <p:nvPicPr>
          <p:cNvPr id="6" name="Picture 5" descr="A graph of a number of people with different colored lines&#10;&#10;AI-generated content may be incorrect.">
            <a:extLst>
              <a:ext uri="{FF2B5EF4-FFF2-40B4-BE49-F238E27FC236}">
                <a16:creationId xmlns:a16="http://schemas.microsoft.com/office/drawing/2014/main" id="{F36BF210-CB20-FCD8-13D8-8B9A91ACA0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74" y="1765125"/>
            <a:ext cx="6015027" cy="371213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7F934C9-B916-DC55-9484-49C334271F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5999" y="1765125"/>
            <a:ext cx="6015027" cy="3712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6842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map of a country with red and blue dots&#10;&#10;AI-generated content may be incorrect.">
            <a:extLst>
              <a:ext uri="{FF2B5EF4-FFF2-40B4-BE49-F238E27FC236}">
                <a16:creationId xmlns:a16="http://schemas.microsoft.com/office/drawing/2014/main" id="{BE4AD6BD-87A3-45A4-D2AD-17910E8749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52424" y="1260538"/>
            <a:ext cx="5887151" cy="5043574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668F6F25-27A6-B477-4476-E6989F6E6F90}"/>
              </a:ext>
            </a:extLst>
          </p:cNvPr>
          <p:cNvSpPr txBox="1">
            <a:spLocks/>
          </p:cNvSpPr>
          <p:nvPr/>
        </p:nvSpPr>
        <p:spPr>
          <a:xfrm>
            <a:off x="1524000" y="155447"/>
            <a:ext cx="9144000" cy="10136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6000" dirty="0"/>
              <a:t>PIB per capita (sem jusante)</a:t>
            </a:r>
            <a:endParaRPr lang="en-US" sz="6000" dirty="0"/>
          </a:p>
        </p:txBody>
      </p:sp>
    </p:spTree>
    <p:extLst>
      <p:ext uri="{BB962C8B-B14F-4D97-AF65-F5344CB8AC3E}">
        <p14:creationId xmlns:p14="http://schemas.microsoft.com/office/powerpoint/2010/main" val="21868493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69011B1F-E94A-0612-B23F-824FBD05E0E1}"/>
              </a:ext>
            </a:extLst>
          </p:cNvPr>
          <p:cNvSpPr txBox="1">
            <a:spLocks/>
          </p:cNvSpPr>
          <p:nvPr/>
        </p:nvSpPr>
        <p:spPr>
          <a:xfrm>
            <a:off x="1524000" y="155447"/>
            <a:ext cx="9144000" cy="10136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6000" dirty="0"/>
              <a:t>PIB per capita (sem jusante)</a:t>
            </a:r>
            <a:endParaRPr lang="en-US" sz="6000" dirty="0"/>
          </a:p>
        </p:txBody>
      </p:sp>
      <p:pic>
        <p:nvPicPr>
          <p:cNvPr id="9" name="Picture 8" descr="A graph showing the number of treatment units&#10;&#10;AI-generated content may be incorrect.">
            <a:extLst>
              <a:ext uri="{FF2B5EF4-FFF2-40B4-BE49-F238E27FC236}">
                <a16:creationId xmlns:a16="http://schemas.microsoft.com/office/drawing/2014/main" id="{6D55034A-7E7C-304C-B45D-AD1C93CFFE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72" y="1765125"/>
            <a:ext cx="6015027" cy="3712131"/>
          </a:xfrm>
          <a:prstGeom prst="rect">
            <a:avLst/>
          </a:prstGeom>
        </p:spPr>
      </p:pic>
      <p:pic>
        <p:nvPicPr>
          <p:cNvPr id="12" name="Picture 11" descr="A graph with numbers and dots&#10;&#10;AI-generated content may be incorrect.">
            <a:extLst>
              <a:ext uri="{FF2B5EF4-FFF2-40B4-BE49-F238E27FC236}">
                <a16:creationId xmlns:a16="http://schemas.microsoft.com/office/drawing/2014/main" id="{63B0FC6A-320A-1E8A-F997-0AAB0E3725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5999" y="1765124"/>
            <a:ext cx="6015027" cy="3712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09807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2299989-2CC3-F592-D738-6A78AF5255CC}"/>
              </a:ext>
            </a:extLst>
          </p:cNvPr>
          <p:cNvSpPr txBox="1">
            <a:spLocks/>
          </p:cNvSpPr>
          <p:nvPr/>
        </p:nvSpPr>
        <p:spPr>
          <a:xfrm>
            <a:off x="1524000" y="155447"/>
            <a:ext cx="9144000" cy="10136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6000" dirty="0"/>
              <a:t>Remuneração</a:t>
            </a:r>
            <a:endParaRPr lang="en-US" sz="6000" dirty="0"/>
          </a:p>
        </p:txBody>
      </p:sp>
      <p:pic>
        <p:nvPicPr>
          <p:cNvPr id="6" name="Picture 5" descr="A graph showing the number of treatment units&#10;&#10;AI-generated content may be incorrect.">
            <a:extLst>
              <a:ext uri="{FF2B5EF4-FFF2-40B4-BE49-F238E27FC236}">
                <a16:creationId xmlns:a16="http://schemas.microsoft.com/office/drawing/2014/main" id="{8005AC3B-DF54-9202-DD05-FEE71E9661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72" y="1765123"/>
            <a:ext cx="6015027" cy="3712131"/>
          </a:xfrm>
          <a:prstGeom prst="rect">
            <a:avLst/>
          </a:prstGeom>
        </p:spPr>
      </p:pic>
      <p:pic>
        <p:nvPicPr>
          <p:cNvPr id="8" name="Picture 7" descr="A graph of a number of years&#10;&#10;AI-generated content may be incorrect.">
            <a:extLst>
              <a:ext uri="{FF2B5EF4-FFF2-40B4-BE49-F238E27FC236}">
                <a16:creationId xmlns:a16="http://schemas.microsoft.com/office/drawing/2014/main" id="{B309AEE1-DFEA-4FC6-C946-31C1C6492E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5999" y="1765123"/>
            <a:ext cx="6015027" cy="3712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18517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graph showing the number of treatment units&#10;&#10;AI-generated content may be incorrect.">
            <a:extLst>
              <a:ext uri="{FF2B5EF4-FFF2-40B4-BE49-F238E27FC236}">
                <a16:creationId xmlns:a16="http://schemas.microsoft.com/office/drawing/2014/main" id="{CAFA403D-6666-7969-F679-3B95A25F77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72" y="1765123"/>
            <a:ext cx="6015027" cy="3712131"/>
          </a:xfrm>
          <a:prstGeom prst="rect">
            <a:avLst/>
          </a:prstGeom>
        </p:spPr>
      </p:pic>
      <p:pic>
        <p:nvPicPr>
          <p:cNvPr id="9" name="Picture 8" descr="A graph with red and blue dots&#10;&#10;AI-generated content may be incorrect.">
            <a:extLst>
              <a:ext uri="{FF2B5EF4-FFF2-40B4-BE49-F238E27FC236}">
                <a16:creationId xmlns:a16="http://schemas.microsoft.com/office/drawing/2014/main" id="{9B801948-4D54-0A75-07C5-252A8C1D716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5998" y="1765123"/>
            <a:ext cx="6015027" cy="3712131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9461E936-DBA3-27BB-099E-B61C9E01CA2B}"/>
              </a:ext>
            </a:extLst>
          </p:cNvPr>
          <p:cNvSpPr txBox="1">
            <a:spLocks/>
          </p:cNvSpPr>
          <p:nvPr/>
        </p:nvSpPr>
        <p:spPr>
          <a:xfrm>
            <a:off x="1524000" y="155447"/>
            <a:ext cx="9144000" cy="10136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6000" dirty="0"/>
              <a:t>Emprego (RAIS)</a:t>
            </a:r>
            <a:endParaRPr lang="en-US" sz="6000" dirty="0"/>
          </a:p>
        </p:txBody>
      </p:sp>
    </p:spTree>
    <p:extLst>
      <p:ext uri="{BB962C8B-B14F-4D97-AF65-F5344CB8AC3E}">
        <p14:creationId xmlns:p14="http://schemas.microsoft.com/office/powerpoint/2010/main" val="5623950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925E38E-9FD0-D7E9-7A50-2E178D405AD0}"/>
              </a:ext>
            </a:extLst>
          </p:cNvPr>
          <p:cNvSpPr txBox="1">
            <a:spLocks/>
          </p:cNvSpPr>
          <p:nvPr/>
        </p:nvSpPr>
        <p:spPr>
          <a:xfrm>
            <a:off x="1524000" y="155447"/>
            <a:ext cx="9144000" cy="10136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6000" dirty="0"/>
              <a:t>Emprego Médio (CAGED)</a:t>
            </a:r>
            <a:endParaRPr lang="en-US" sz="6000" dirty="0"/>
          </a:p>
        </p:txBody>
      </p:sp>
      <p:pic>
        <p:nvPicPr>
          <p:cNvPr id="10" name="Picture 9" descr="A graph showing the difference between synthetic control and treatment&#10;&#10;AI-generated content may be incorrect.">
            <a:extLst>
              <a:ext uri="{FF2B5EF4-FFF2-40B4-BE49-F238E27FC236}">
                <a16:creationId xmlns:a16="http://schemas.microsoft.com/office/drawing/2014/main" id="{9A10CC98-4896-4E16-2661-AADC6998F7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71" y="1765123"/>
            <a:ext cx="6015027" cy="3712131"/>
          </a:xfrm>
          <a:prstGeom prst="rect">
            <a:avLst/>
          </a:prstGeom>
        </p:spPr>
      </p:pic>
      <p:pic>
        <p:nvPicPr>
          <p:cNvPr id="12" name="Picture 11" descr="A graph with numbers and lines&#10;&#10;AI-generated content may be incorrect.">
            <a:extLst>
              <a:ext uri="{FF2B5EF4-FFF2-40B4-BE49-F238E27FC236}">
                <a16:creationId xmlns:a16="http://schemas.microsoft.com/office/drawing/2014/main" id="{D9524A3E-3F82-0597-3635-679122CDE1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5997" y="1765123"/>
            <a:ext cx="6015027" cy="3712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58523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</TotalTime>
  <Words>41</Words>
  <Application>Microsoft Office PowerPoint</Application>
  <PresentationFormat>Widescreen</PresentationFormat>
  <Paragraphs>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PowerPoint Presentation</vt:lpstr>
      <vt:lpstr>PIB per capita (com jusante)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João Marrey</dc:creator>
  <cp:lastModifiedBy>João Marrey</cp:lastModifiedBy>
  <cp:revision>4</cp:revision>
  <dcterms:created xsi:type="dcterms:W3CDTF">2025-10-08T03:38:02Z</dcterms:created>
  <dcterms:modified xsi:type="dcterms:W3CDTF">2025-10-08T05:24:56Z</dcterms:modified>
</cp:coreProperties>
</file>